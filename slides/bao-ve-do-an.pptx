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THIẾT KẾ HỆ THỐNG QUẢN LÝ PHƯƠNG TIỆN RA/VÀO</a:t>
            </a:r>
            <a:br/>
            <a:r>
              <a:t>CƠ SỞ GIÁO DỤC ĐÀO TẠO</a:t>
            </a:r>
            <a:br/>
            <a:r>
              <a:t>THÔNG QUA NHẬN DIỆN BIỂN SỐ 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Sinh viên:  Hà Văn Quang — 20210718  |  Nguyễn Hữu Cần — 20223882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Giảng viên hướng dẫn:  Nguyễn Tiến Dũng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Đại học Bách khoa Hà Nội — Trường Công nghệ Thông tin và Truyền thông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Tháng 4/2026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ĐẶT VẤN ĐỀ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Thực trạng: Quản lý xe ra/vào tại cơ sở giáo dục quy mô lớn (ĐHBK HN) chủ yếu thủ công — chậm, dễ sai sót, khó thống kê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Nhu cầu: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Kiểm soát tự động phương tiện ra/vào qua nhận diện biển số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Quản lý tài khoản xe (đăng ký, tạm, lạ), tính phí tự động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Thống kê lưu lượng realtime trên dashboard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Giải pháp đề xuất: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Hệ thống AI nhận diện biển số VN (1 hàng + 2 hàng) kết hợp web platform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Pipeline: Camera → AI Engine → Backend API → Dashboard giám sát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MỤC TIÊU &amp; PHẠM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Xây dựng prototype E2E: Camera → AI → Backend → Dashboard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Nhận diện biển số xe Việt Nam (1 hàng + 2 hàng)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Quản lý tài khoản, giao dịch, barrier tự động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Thống kê realtime trên trình duyệt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Phạm vi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1-2 camera (cấu hình IN/OUT)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Xe máy + ô tô (4 class COCO)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SQLite (dev) / PostgreSQL (production)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deployment (3 services)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NỘI DUNG TRÌNH BÀY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14630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508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Tổng quan kiến trúc hệ thống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23774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423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Phân tích yêu cầu và thiết kế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2918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37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Xây dựng các module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2062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2519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Thực nghiệm và đánh giá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1206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51663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Kết luận và hướng phát triển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KIẾN TRÚC TỔNG THỂ 4 LỚP</a:t>
            </a:r>
          </a:p>
        </p:txBody>
      </p:sp>
      <p:pic>
        <p:nvPicPr>
          <p:cNvPr id="3" name="Picture 2" descr="hinh-0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222231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1: Đầu vào (Video / Camera IP)  →  Lớp 2: AI Engine (YOLO + SORT + OCR)</a:t>
            </a:r>
          </a:p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3: Backend (FastAPI + PostgreSQL, 18 API)  →  Lớp 4: Dashboard (React + 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CÔNG NGHỆ SỬ DỤNG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28016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6576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Lĩnh vực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Công nghệ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Vehicle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YOLOv8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COCO pretrained, 6.3MB, 3.2M params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Object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Kalman Filter + Hungarian matching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Custom, 41MB, 32ms/ảnh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LP_ocr.pt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Char-level + 2-row clustering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FastAPI + SQLAlchemy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Python, async, 18 endpoints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PostgreSQL /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 bảng, ACID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React +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Vite, 1,205 dòng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 services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KỊCH BẢN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Xe VÀO cổng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xe + biển số → OCR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Server tra cứu account: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OPEN, trừ 2,000 VND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Biển lạ → Tạo account tạm, cấp 100,000 VND,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Dashboard hiển thị event realtime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0000"/>
                </a:solidFill>
                <a:latin typeface="Calibri"/>
              </a:defRPr>
            </a:pPr>
            <a:r>
              <a:t>Xe RA cổng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→ Server kiểm tra: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Account tạm → Barrier HOLD, cần xác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Nhân viên verify trên Dashboard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HOLD+Verify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unknown (mới)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 (auto tạm)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(mặc định)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THIẾT KẾ CƠ SỞ DỮ LIỆU — 10 BẢNG</a:t>
            </a:r>
          </a:p>
        </p:txBody>
      </p:sp>
      <p:pic>
        <p:nvPicPr>
          <p:cNvPr id="3" name="Picture 2" descr="hinh-02-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64391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LUỒNG XỬ LÝ CREATE_EVENT — 7 BƯỚC ATOMIC</a:t>
            </a:r>
          </a:p>
        </p:txBody>
      </p:sp>
      <p:pic>
        <p:nvPicPr>
          <p:cNvPr id="3" name="Picture 2" descr="hinh-03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72172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1. Auto-create camera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2. Tạo VehicleEvent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3. Normalize plate 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4. Tạo PlateRead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5. Auto-create Account (100k VND)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6. decide_barrier() — 6 nhánh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7. Tạo BarrierAction + Transaction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Atomic: nếu 1 bước fail → rollback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PHÁT HIỆN PHƯƠNG TIỆN — YOLOv8 Nano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Model: YOLOv8 Nano (3.2M params, 6.3MB)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Input: Video frame (numpy array)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Output: Bounding box + score + class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Lọc 4 class COCO: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car, motorcycle, bus, truck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Confidence threshold: 0.5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vehicle_detector.py (61 dòng)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THEO DÕI ĐỐI TƯỢNG — SORT TRACKER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Thuật toán: SORT (Bewley et al., 2016)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Kalman Filter 7 chiều: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[x, y, area, ratio, vx, vy, va]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Hungarian matching bằng IoU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Params: max_age=1, min_hits=3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Kết quả: Track ID ổn định qua frames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sort_tracker.py (244 dòng)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PHÁT HIỆN BIỂN SỐ — LP_DETECTOR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Benchmark 2 model (20 ảnh):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92024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Tốc độ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 (YOLOv5) ←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32ms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41MB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number_plate (YOLOv8)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50MB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3840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LP_detector nhanh hơn 33%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Nhẹ hơn 18%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plate_detector.py (82 dòng)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NHẬN DẠNG KÝ TỰ — OCR PIPELINE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60787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Thuật toán 2-row clustering: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1. Detect từng ký tự (YOLOv5 char-level)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2. Sort by Y → tìm gap lớn nhất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3. Gap &gt; 30% avg height → tách 2 hàng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4. Mỗi hàng sort L→R → nối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Post-processing (MỚI):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Char mapping: O→0, I→1, S→5, B→8 (position-aware)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Regex validate: 4 patterns biển VN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33 unit tests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BACKEND API SERVER</a:t>
            </a:r>
          </a:p>
        </p:txBody>
      </p:sp>
      <p:pic>
        <p:nvPicPr>
          <p:cNvPr id="3" name="Picture 2" descr="hinh-08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029200" cy="27215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1188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FastAPI + SQLAlchemy + PostgreSQL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0" y="182880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Chức năng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Tạo event +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Danh sách events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Quản lý tài khoản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/api/v1/stats/realtime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Thống kê realtime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/barrier-actions/verify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Xác minh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 (18 endpoints)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0" y="5303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56/56 unit tests pass (1.48s)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11 files, 1,644 dòng Python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DASHBOARD GIÁM SÁT</a:t>
            </a:r>
          </a:p>
        </p:txBody>
      </p:sp>
      <p:pic>
        <p:nvPicPr>
          <p:cNvPr id="3" name="Picture 2" descr="hinh-09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3020857"/>
          </a:xfrm>
          <a:prstGeom prst="rect">
            <a:avLst/>
          </a:prstGeom>
        </p:spPr>
      </p:pic>
      <p:pic>
        <p:nvPicPr>
          <p:cNvPr id="4" name="Picture 3" descr="hinh-10-ac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0149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React + TypeScript (Vite) | 6 source files, 1,205 dòng | Realtime stats, Events, Accounts, Verify queue, Traffic stats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SNAPSHOT BIỂN SỐ (MỚI)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Khi detect biển số thành công → crop vùng biển số + padding 15%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Lưu PNG: {timestamp}_{plate}_{trackid}.png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Backend serve static files: /static/snapshots/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Dashboard hiển thị thumbnail (50×30px) bên cạnh event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Cấu hình qua env vars: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SNAPSHOT_DIR (default: snapshots/)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SNAPSHOT_PADDING (default: 0.15)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ENABLE_SNAPSHOT (default: true)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TÍCH HỢP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— 3 services: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1. postgres:16  (database)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5432, volume persistent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2. backend  (FastAPI)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8000, healthcheck, auto-migrate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3. dashboard  (React + Vite)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5173, CORS enabled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E2E Data Flow: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Video file / Camera IP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AI Engine (Python, local)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POST /api/v1/events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Backend :8000 (Docker)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fetch API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Dashboard :5173 (Browser)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BỘ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lượng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Mô tả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one_row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19,086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1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two_rows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12,618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xe_may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5,593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(xe máy)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Video test (VN)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trungdinh22-demo.mp4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300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600×800, 10fps, 30s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ĐÁNH GIÁ OCR — TRƯỚC VÀ SAU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So sánh Baseline LP_detector vs. Fine-tuned YOLOv8n trên tập test VNLP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2743200"/>
                <a:gridCol w="22860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 (LP_detector)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Fine-tuned YOLOv8n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Cải thiện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Detection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90.2% (3,327/3,731)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100.0% (500/500)*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+9.8pp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+32.7pp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+30.0pp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Avg confidence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+0.086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Tốc độ (GPU)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14.7 img/s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14.7 img/s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* 500 ảnh eval; full 3,731-ảnh đang chạy. Kết quả dự kiến tương đương.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000"/>
                </a:solidFill>
                <a:latin typeface="Calibri"/>
              </a:defRPr>
            </a:pPr>
            <a:r>
              <a:t>→ Fine-tune LP_detector là cải thiện quan trọng nhất: +32.7pp exact match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CẢI THIỆN BIỂN SỐ — FINE-TUNE YOLOv8n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Phát hiện bottleneck: LP_detector, không phải OCR char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Phase 01: Thực nghiệm ground truth bbox: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Dùng GT bbox → OCR thẳng → 69.8% exact match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Kết luận: ceiling của LP_ocr ~70%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Bottleneck là detection, không phải OCR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→ Giải pháp: Fine-tune plate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Training Details: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Base model: YOLOv8n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Training data: 29,837 ảnh VNLP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Epochs: 3  |  GPU: GTX 1650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mAP50: 99.48%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000"/>
                </a:solidFill>
                <a:latin typeface="Calibri"/>
              </a:defRPr>
            </a:pPr>
            <a:r>
              <a:t>Kết quả: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303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286000"/>
              </a:tblGrid>
              <a:tr h="6400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Thử nghiệm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 LP_detector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Ground truth bbox (ceiling)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Fine-tuned YOLOv8n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70.6% 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00"/>
                </a:solidFill>
                <a:latin typeface="Calibri"/>
              </a:defRPr>
            </a:pPr>
            <a:r>
              <a:t>Fine-tuned VƯỢT ceiling ground truth!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120640"/>
            <a:ext cx="5303520" cy="1371600"/>
          </a:xfrm>
          <a:prstGeom prst="roundRect">
            <a:avLst/>
          </a:prstGeom>
          <a:solidFill>
            <a:srgbClr val="E2EFDA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500" b="1">
                <a:solidFill>
                  <a:srgbClr val="008000"/>
                </a:solidFill>
                <a:latin typeface="Calibri"/>
              </a:defRPr>
            </a:pPr>
            <a:r>
              <a:t>+32.7pp exact match — kết quả quan trọng nhất sprint 21/04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KẾT QUẢ E2E VIDEO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1 — 300 frames (toàn bộ video):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 biển unique: 36H82613, 14K117970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23 raw → 2 unique events | FPS: 2.1 | 140s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2 — 101 frames (14/04/2026):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 biển unique: 36H82613 (car, consistent)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6 raw → 2 unique events | FPS: 1.6 | 62.1s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Known Issues: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Duplicate events do SORT tạo track mới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FPS thấp trên CPU (1.6-2.1) — cần GPU</a:t>
            </a:r>
          </a:p>
        </p:txBody>
      </p:sp>
      <p:pic>
        <p:nvPicPr>
          <p:cNvPr id="9" name="Picture 8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TỔNG HỢP KIỂM THỬ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41148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56/56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1.48s,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Post-process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33/33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2.41s,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5/5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health, POST, GET events/accounts/stats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7/7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events, stats, accounts, barrier, traffic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 cases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 nhánh quyết định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→ 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1/1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Pipeline detect + send event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Code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 bugs fixed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Pagination + double-fetch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Known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1/3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Duplicate events, FPS cần GPU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THỐNG KÊ SỐ LIỆU TỔNG HỢP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liệu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4,835+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1,205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146 (100% pass)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 files (138.3 MB)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 VNLP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 ảnh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Git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 rate (finetuned)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 (500 ảnh)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exact match (finetuned)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70.6% (500 ảnh)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char accuracy (finetuned)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83.8% (500 ảnh)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E2E FPS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1.6–2.1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101/101 pass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45/45 pass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 KẾT QUẢ ĐẠT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Pipeline E2E hoạt động: Video → AI Engine → Backend →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Nhận diện biển số VN 1 hàng + 2 hàng (YOLOv5 char-level + gap clustering)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Backend 18 API endpoints + barrier rules 6 nhánh (101/101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Dashboard realtime monitoring (React + TypeScript)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Fine-tune LP_detector trên VNLP 29,837 ảnh → 70.6% exact match (+32.7pp)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OCR post-processing: char mapping + regex validate (45/45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Snapshot crop biển số + hiển thị thumbnail trên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Docker Compose deployment (3 services: postgres + backend + dashboard)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Hướng dẫn chạy E2E chi tiết (7 files, hỗ trợ Linux/Mac + Windows)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OCR accuracy thấp: 33.3% exact match — cần cải thiện model + post-processing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FPS chậm trên CPU: 1.6-2.1 — chưa đáp ứng realtime, cần GPU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Chỉ test trên 1 video biển VN — cần thêm video đa dạng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Chưa full evaluation trên toàn bộ 37,297 ảnh VNLP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Dashboard chưa test toàn diện trên browser (code review OK, cần manual test)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Duplicate events khi SORT tạo track mới cho cùng biển số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HƯỚNG PHÁT TRIỂN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Ngắn hạn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Full OCR eval (3,731+ ảnh)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Regex + char mapping nâng accuracy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Deduplicate by plate_text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Test dashboard trên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0C0"/>
                </a:solidFill>
                <a:latin typeface="Calibri"/>
              </a:defRPr>
            </a:pPr>
            <a:r>
              <a:t>Trung hạn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GPU acceleration (10-15 FPS)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Nhiều camera đồng thời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WebSocket realtime push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Cải thiện OCR: deblur, 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alibri"/>
              </a:defRPr>
            </a:pPr>
            <a:r>
              <a:t>Dài hạn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Edge deploy (Jetson Nano)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Quản lý đăng ký phương tiện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Cảnh báo thông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Perspective correction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CẢM ƠN THẦY/CÔ ĐÃ LẮNG NGHE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Mã nguồn: github.com/ukelele0718/bienso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Hà Văn Quang — 20210718  |  Nguyễn Hữu Cần — 20223882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